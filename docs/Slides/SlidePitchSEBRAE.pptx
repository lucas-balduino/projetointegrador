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72" y="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eg"/><Relationship Id="rId7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AAFBCA5-D7B7-C8CE-31E4-30E2B92C2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8600" y="7415234"/>
            <a:ext cx="3048000" cy="134776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40A459D-B2B3-86BE-82D2-3A6F3D8986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6600" y="7539940"/>
            <a:ext cx="2032000" cy="1098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1C7CFED-FE76-6C8E-324E-AAFCB58DFCA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75" b="8875"/>
          <a:stretch>
            <a:fillRect/>
          </a:stretch>
        </p:blipFill>
        <p:spPr>
          <a:xfrm>
            <a:off x="3150616" y="2999232"/>
            <a:ext cx="1524000" cy="1524000"/>
          </a:xfrm>
          <a:prstGeom prst="ellipse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CE17A95-463A-8CD5-C082-E0648D85899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" t="5833" r="-356" b="19167"/>
          <a:stretch>
            <a:fillRect/>
          </a:stretch>
        </p:blipFill>
        <p:spPr>
          <a:xfrm>
            <a:off x="3150616" y="5855208"/>
            <a:ext cx="1524000" cy="1524000"/>
          </a:xfrm>
          <a:prstGeom prst="ellipse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83629BC-1BB5-2CE6-A692-78A8F5E369E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87848" y="5855208"/>
            <a:ext cx="1524000" cy="1524000"/>
          </a:xfrm>
          <a:prstGeom prst="ellipse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527E5DC-9BE1-C576-C878-3FE326B19E0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84" y="5843016"/>
            <a:ext cx="1524000" cy="1524000"/>
          </a:xfrm>
          <a:prstGeom prst="ellipse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1AFF0C5-D9CA-F811-BE05-EA7FE7E563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401" y="2971800"/>
            <a:ext cx="1560576" cy="1560576"/>
          </a:xfrm>
          <a:prstGeom prst="ellipse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CF0E96F-CC9C-5A87-1A54-390758F632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46" y="2987040"/>
            <a:ext cx="1539239" cy="1539239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BF4038-5154-9A42-7E53-31B73F59A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B7E30F-651B-28D2-BB8E-0C4EAEFF4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8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0C2E4-03FB-DD8F-93DD-C7B4EAF91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78DA3B-00F4-8C5D-73EA-6E36BB3DB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Personalizar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Lucas</dc:creator>
  <cp:lastModifiedBy>Lucas Gonçalves Balduino</cp:lastModifiedBy>
  <cp:revision>2</cp:revision>
  <dcterms:created xsi:type="dcterms:W3CDTF">2006-08-16T00:00:00Z</dcterms:created>
  <dcterms:modified xsi:type="dcterms:W3CDTF">2026-04-24T16:45:46Z</dcterms:modified>
</cp:coreProperties>
</file>